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Welcome to Our Office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005840" y="292608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AFE"/>
                </a:solidFill>
              </a:rPr>
              <a:t>A quick overview of our workplace, culture, and operations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0" y="3931920"/>
            <a:ext cx="2194560" cy="640080"/>
          </a:xfrm>
          <a:prstGeom prst="roundRect">
            <a:avLst/>
          </a:prstGeom>
          <a:solidFill>
            <a:srgbClr val="9E59CD"/>
          </a:solidFill>
          <a:ln w="12700">
            <a:solidFill>
              <a:srgbClr val="9E59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0" y="40965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Who We Are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Our mission and core values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Mission: </a:t>
            </a:r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</a:rPr>
              <a:t>Deliver excellent services with efficiency and integrity.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Vision: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</a:rPr>
              <a:t>Build a smart, collaborative, and future-ready workplace.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474720"/>
            <a:ext cx="5029200" cy="868680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D8CC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7307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234B7"/>
                </a:solidFill>
              </a:rPr>
              <a:t>Professionalism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37960" y="3474720"/>
            <a:ext cx="5029200" cy="868680"/>
          </a:xfrm>
          <a:prstGeom prst="roundRect">
            <a:avLst/>
          </a:prstGeom>
          <a:solidFill>
            <a:srgbClr val="F9F5FF"/>
          </a:solidFill>
          <a:ln w="12700">
            <a:solidFill>
              <a:srgbClr val="D8CC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37307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234B7"/>
                </a:solidFill>
              </a:rPr>
              <a:t>Teamwork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709160"/>
            <a:ext cx="5029200" cy="868680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D8CC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9651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234B7"/>
                </a:solidFill>
              </a:rPr>
              <a:t>Innovation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37960" y="4709160"/>
            <a:ext cx="5029200" cy="868680"/>
          </a:xfrm>
          <a:prstGeom prst="roundRect">
            <a:avLst/>
          </a:prstGeom>
          <a:solidFill>
            <a:srgbClr val="F9F5FF"/>
          </a:solidFill>
          <a:ln w="12700">
            <a:solidFill>
              <a:srgbClr val="D8CC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9651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234B7"/>
                </a:solidFill>
              </a:rPr>
              <a:t>Customer Focus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Office Presentation |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Main Departments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How our office is structured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10607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70078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</a:rPr>
              <a:t>Operations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737360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Ensures smooth day-to-day workflow.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0607040" cy="914400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95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</a:rPr>
              <a:t>Sales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926080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Builds client relationships and growth.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31920"/>
            <a:ext cx="10607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07822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</a:rPr>
              <a:t>Human Resources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0" y="4114800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Supports people and culture.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0640"/>
            <a:ext cx="10607040" cy="914400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526694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</a:rPr>
              <a:t>Finance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0" y="5303520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Manages budgets and financial planning.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Office Presentation |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Daily Workflow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A typical productive 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777240" cy="777240"/>
          </a:xfrm>
          <a:prstGeom prst="ellipse">
            <a:avLst/>
          </a:prstGeom>
          <a:solidFill>
            <a:srgbClr val="5234B7"/>
          </a:solidFill>
          <a:ln w="12700">
            <a:solidFill>
              <a:srgbClr val="523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48256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19019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09:00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190195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Team Stand-up &amp; Priority Setting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777240" cy="777240"/>
          </a:xfrm>
          <a:prstGeom prst="ellipse">
            <a:avLst/>
          </a:prstGeom>
          <a:solidFill>
            <a:srgbClr val="5234B7"/>
          </a:solidFill>
          <a:ln w="12700">
            <a:solidFill>
              <a:srgbClr val="5234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91256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920240" y="30449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11:00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304495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Client Communication &amp; Follow-ups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4114800"/>
            <a:ext cx="777240" cy="777240"/>
          </a:xfrm>
          <a:prstGeom prst="ellipse">
            <a:avLst/>
          </a:prstGeom>
          <a:solidFill>
            <a:srgbClr val="5234B7"/>
          </a:solidFill>
          <a:ln w="12700">
            <a:solidFill>
              <a:srgbClr val="5234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34256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920240" y="41879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13:00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418795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Project Execution &amp; Collaboration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5257800"/>
            <a:ext cx="777240" cy="777240"/>
          </a:xfrm>
          <a:prstGeom prst="ellipse">
            <a:avLst/>
          </a:prstGeom>
          <a:solidFill>
            <a:srgbClr val="5234B7"/>
          </a:solidFill>
          <a:ln w="12700">
            <a:solidFill>
              <a:srgbClr val="5234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477256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920240" y="53309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16:00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533095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Reporting and Next-Day Planning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Office Presentation |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C3E50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97280" y="3017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C2833"/>
                </a:solidFill>
              </a:rPr>
              <a:t>We look forward to achieving great results together.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097280" y="3840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</a:rPr>
              <a:t>Contact: office@example.com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4389120"/>
            <a:ext cx="2834640" cy="41148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4480560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Let's Build Success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Office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Office Presentation</dc:title>
  <dc:subject>Office Introduction</dc:subject>
  <dc:creator>Ahmed</dc:creator>
  <cp:lastModifiedBy>Ahmed</cp:lastModifiedBy>
  <cp:revision>1</cp:revision>
  <dcterms:created xsi:type="dcterms:W3CDTF">2026-05-06T11:07:44Z</dcterms:created>
  <dcterms:modified xsi:type="dcterms:W3CDTF">2026-05-06T11:07:44Z</dcterms:modified>
</cp:coreProperties>
</file>