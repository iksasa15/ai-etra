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1: Introduction to NLP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188720" y="283464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AFE"/>
                </a:solidFill>
              </a:rPr>
              <a:t>Theory and practical examples (no coding)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480560" y="3840480"/>
            <a:ext cx="3200400" cy="640080"/>
          </a:xfrm>
          <a:prstGeom prst="roundRect">
            <a:avLst/>
          </a:prstGeom>
          <a:solidFill>
            <a:srgbClr val="9E59CD"/>
          </a:solidFill>
          <a:ln w="12700">
            <a:solidFill>
              <a:srgbClr val="9E59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80560" y="404164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Beginner -&gt; Intermediate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Is NLP and Why Is It Hard?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Core concepts and challenges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833"/>
                </a:solidFill>
              </a:rPr>
              <a:t>Natural Language Processing enables computers to understand and generate human language.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104241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C2833"/>
                </a:solidFill>
              </a:rPr>
              <a:t>Language includes meaning, context, intent, and emotion.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C2833"/>
                </a:solidFill>
              </a:rPr>
              <a:t>Ambiguity is the biggest challenge.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C2833"/>
                </a:solidFill>
              </a:rPr>
              <a:t>Humans resolve ambiguity quickly using context; machines need explicit modeling.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C2833"/>
                </a:solidFill>
              </a:rPr>
              <a:t>Common issues: sarcasm, idioms, misspellings, slang, negation, and coreference.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937760"/>
            <a:ext cx="10789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52578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34B7"/>
                </a:solidFill>
              </a:rPr>
              <a:t>Example ambiguity: "I saw the man with the telescope" can mean either you used a telescope, or the man had one.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NLP Day 1 |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Real-World NLP Applications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Where NLP appears in daily products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Search engines: understanding user intent behind queries.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Virtual assistants: speech recognition and command interpretation.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Machine translation: converting meaning across languages.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Email systems: spam filtering and smart reply generation.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Healthcare and finance: extracting structured insights from documents.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Social media moderation: detecting hate speech, abuse, and misinformation.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NLP Day 1 |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The Full NLP Pipeline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From raw text to structured data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1554480"/>
            <a:ext cx="45720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69164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1) Text Cleaning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2231136"/>
            <a:ext cx="457200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368296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2) Tokenization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907792"/>
            <a:ext cx="45720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044952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3) Stop Words Handling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584448"/>
            <a:ext cx="457200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72160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4) Normalization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4261104"/>
            <a:ext cx="45720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4398264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5) Stemming or Lemmatization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4937760"/>
            <a:ext cx="457200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507492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6) POS Tagging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4400" y="5614416"/>
            <a:ext cx="45720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5751576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</a:rPr>
              <a:t>7) Named Entity Recognition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852160" y="1645920"/>
            <a:ext cx="530352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874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234B7"/>
                </a:solidFill>
              </a:rPr>
              <a:t>Example Flow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126480" y="224028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833"/>
                </a:solidFill>
              </a:rPr>
              <a:t>Input: "Apple CEO Tim Cook said iPhone sales rose 20% last quarter."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833"/>
                </a:solidFill>
              </a:rPr>
              <a:t>Output: entities, key terms, grammatical roles, and normalized tokens ready for analysis.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NLP Day 1 |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Tokenization and Stop Words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How text is split and filtered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</a:rPr>
              <a:t>Tokenization types: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Word tokens: split by words and punctuation.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Character tokens: every character as a token.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Subword tokens: best for LLMs and unseen words.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Sentence tokens: split by sentence boundaries.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12064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737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34B7"/>
                </a:solidFill>
              </a:rPr>
              <a:t>Example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833"/>
                </a:solidFill>
              </a:rPr>
              <a:t>Sentence: "This is the book that talks about artificial intelligence"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833"/>
                </a:solidFill>
              </a:rPr>
              <a:t>After stop-word reduction: "book talks artificial intelligence"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8463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67E22"/>
                </a:solidFill>
              </a:rPr>
              <a:t>Important: Do not remove stop words in tasks where meaning of words like "not" is critical.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NLP Day 1 |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Stemming vs Lemmatization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Speed versus linguistic accuracy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463040"/>
            <a:ext cx="53035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0" y="1463040"/>
            <a:ext cx="53035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783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Stemming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214884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Rule-based truncation.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Very fast.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May output non-real words.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Best for large-scale indexing.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783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234B7"/>
                </a:solidFill>
              </a:rPr>
              <a:t>Lemmatization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214884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Dictionary and grammar aware.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More accurate, slightly slower.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Outputs valid base forms.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</a:rPr>
              <a:t>Best for chatbots and QA tasks.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67E22"/>
                </a:solidFill>
              </a:rPr>
              <a:t>Examples: studies -&gt; study, mice -&gt; mouse, better -&gt; good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NLP Day 1 |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011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POS Tagging and Named Entity Recognition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Understanding grammar and extracting facts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POS Tagging labels each word by grammatical role (NOUN, VERB, ADJ, etc.).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</a:rPr>
              <a:t>NER identifies entities like PERSON, ORG, DATE, MONEY, and LOCATION.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651760"/>
            <a:ext cx="107899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926080"/>
            <a:ext cx="10149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34B7"/>
                </a:solidFill>
              </a:rPr>
              <a:t>Example sentence: "Apple CEO Tim Cook announced a $430 billion investment in the United States."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34B7"/>
                </a:solidFill>
              </a:rPr>
              <a:t>Possible extracted entities: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34B7"/>
                </a:solidFill>
              </a:rPr>
              <a:t>- ORG: Apple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34B7"/>
                </a:solidFill>
              </a:rPr>
              <a:t>- PERSON: Tim Cook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34B7"/>
                </a:solidFill>
              </a:rPr>
              <a:t>- MONEY: $430 billion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34B7"/>
                </a:solidFill>
              </a:rPr>
              <a:t>- GPE: United States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NLP Day 1 |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3E50"/>
                </a:solidFill>
              </a:rPr>
              <a:t>Day 1 Summary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097280" y="2194560"/>
            <a:ext cx="9966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NLP is about converting language into structured, machine-usable information.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The pipeline starts with cleaning and ends with rich linguistic features.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Tokenization, lemmatization, POS, and NER are foundational building blocks.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C2833"/>
                </a:solidFill>
              </a:rPr>
              <a:t>Choosing the right preprocessing depends on the target task and quality needs.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206240" y="5029200"/>
            <a:ext cx="3749040" cy="6858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0" y="5257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Next: Text Representations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NLP Learning Track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1 - NLP Introduction</dc:title>
  <dc:subject>Introduction to Natural Language Processing</dc:subject>
  <dc:creator>Ahmed</dc:creator>
  <cp:lastModifiedBy>Ahmed</cp:lastModifiedBy>
  <cp:revision>1</cp:revision>
  <dcterms:created xsi:type="dcterms:W3CDTF">2026-05-06T11:13:01Z</dcterms:created>
  <dcterms:modified xsi:type="dcterms:W3CDTF">2026-05-06T11:13:01Z</dcterms:modified>
</cp:coreProperties>
</file>