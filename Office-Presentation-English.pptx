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2937"/>
                </a:solidFill>
              </a:rPr>
              <a:t>Day 1 - Introduction to Natural Language Processing (NLP)</a:t>
            </a:r>
            <a:endParaRPr lang="en-US" sz="3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1. What Is NLP and Why Is It Hard?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74151"/>
                </a:solidFill>
              </a:rPr>
              <a:t>1.1 Definition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Natural Language Processing (NLP) is a subfield of Artificial Intelligence focused on enabling computers to understand, generate, and interact with human language.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971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Human language is not just data - it carries: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3474720"/>
            <a:ext cx="102412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Semantics: </a:t>
            </a:r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What does the word mean?</a:t>
            </a:r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Context: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What does the word mean here?</a:t>
            </a:r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Intent: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What does the speaker want?</a:t>
            </a:r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Sentiment: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How does the speaker feel?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1.2 Why Is Language Hard for Computers?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2344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74151"/>
                </a:solidFill>
              </a:rPr>
              <a:t>Ambiguity is the biggest challenge in NLP.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10789920" cy="13716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01952"/>
            <a:ext cx="10149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Sentence: "I saw the man with the telescope"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Interpretation 1: I used a telescope to see the man.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Interpretation 2: I saw a man who was carrying a telescope.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337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Types of Ambiguity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3749040"/>
            <a:ext cx="107899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977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Lexical Ambiguity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0" y="39776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Example: "bank"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0" y="3977640"/>
            <a:ext cx="5669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Interpretation: financial bank or river bank?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45262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Syntactic Ambiguity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00400" y="45262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Example: "I saw the child by the window"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0" y="4526280"/>
            <a:ext cx="5669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Interpretation: who exactly was by the window?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50749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Semantic Ambiguity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00400" y="50749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Example: "The mouse eats the cat"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0" y="5074920"/>
            <a:ext cx="5669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Interpretation: unusual meaning, who is eating whom?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56235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Pragmatic Ambiguity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00400" y="56235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Example: "Can you open the door?"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0" y="5623560"/>
            <a:ext cx="5669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Interpretation: literal question or polite request?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</a:rPr>
              <a:t>Other NLP Challenges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3258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</a:rPr>
              <a:t>Beyond ambiguity, language has many complex signals: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10698480" cy="43891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1488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Sarcasm: </a:t>
            </a:r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</a:rPr>
              <a:t>"Great! We are late again." (meaning is opposite to the words)
</a:t>
            </a:r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Dialects: </a:t>
            </a:r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</a:rPr>
              <a:t>"Zain" can mean "good" in Gulf Arabic, but it can also be a person name in Persian.
</a:t>
            </a:r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Abbreviations: </a:t>
            </a:r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</a:rPr>
              <a:t>One short form can have multiple meanings depending on context.
</a:t>
            </a:r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Spelling Errors: </a:t>
            </a:r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</a:rPr>
              <a:t>Small spelling mistakes can change meaning and reduce model accuracy.
</a:t>
            </a:r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Evolving Language: </a:t>
            </a:r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</a:rPr>
              <a:t>Slang, proverbs, and idiomatic expressions constantly change usage.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</a:rPr>
              <a:t>1.3 Real-World NLP Applications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3258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</a:rPr>
              <a:t>Examples of NLP in products and industries: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10698480" cy="44805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148840"/>
            <a:ext cx="10058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Google Search -&gt; </a:t>
            </a:r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</a:rPr>
              <a:t>Understanding user search intent
</a:t>
            </a:r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ChatGPT / Claude -&gt; </a:t>
            </a:r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</a:rPr>
              <a:t>Generating text and answers
</a:t>
            </a:r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Gmail -&gt; </a:t>
            </a:r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</a:rPr>
              <a:t>Spam filtering
</a:t>
            </a:r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Siri / Alexa -&gt; </a:t>
            </a:r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</a:rPr>
              <a:t>Speech recognition
</a:t>
            </a:r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Google Translate -&gt; </a:t>
            </a:r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</a:rPr>
              <a:t>Machine translation
</a:t>
            </a:r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Bloomberg -&gt; </a:t>
            </a:r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</a:rPr>
              <a:t>Financial market sentiment analysis
</a:t>
            </a:r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Hospitals -&gt; </a:t>
            </a:r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</a:rPr>
              <a:t>Extracting information from medical records
</a:t>
            </a:r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Twitter/X -&gt; </a:t>
            </a:r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</a:rPr>
              <a:t>Detecting fake news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</a:rPr>
              <a:t>2. The Complete NLP Pipeline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</a:rPr>
              <a:t>The pipeline is a sequence of transformations that converts raw text into data a model can understand.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743200" y="1783080"/>
            <a:ext cx="6675120" cy="38404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926080" y="1874520"/>
            <a:ext cx="6309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Raw Text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0" y="2167128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↓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0" y="2295144"/>
            <a:ext cx="6675120" cy="384048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0" y="2386584"/>
            <a:ext cx="6309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[1] Text Cleaning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0" y="2679192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↓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0" y="2807208"/>
            <a:ext cx="6675120" cy="384048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0" y="2898648"/>
            <a:ext cx="6309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[2] Tokenization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0" y="3191256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↓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0" y="3319272"/>
            <a:ext cx="6675120" cy="384048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0" y="3410712"/>
            <a:ext cx="6309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[3] Stop Words Removal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0" y="3703320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↓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0" y="3831336"/>
            <a:ext cx="6675120" cy="384048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0" y="3922776"/>
            <a:ext cx="6309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[4] Normalization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0" y="4215384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↓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0" y="4343400"/>
            <a:ext cx="6675120" cy="384048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0" y="4434840"/>
            <a:ext cx="6309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[5] Stemming / Lemmatization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0" y="4727448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↓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0" y="4855464"/>
            <a:ext cx="6675120" cy="384048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0" y="4946904"/>
            <a:ext cx="6309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[6] POS Tagging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43600" y="5239512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↓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0" y="5367528"/>
            <a:ext cx="6675120" cy="384048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0" y="5458968"/>
            <a:ext cx="6309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[7] Named Entity Recognition (NER)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43600" y="5751576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↓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43200" y="5879592"/>
            <a:ext cx="6675120" cy="38404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26080" y="5971032"/>
            <a:ext cx="6309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Model-Ready Structured Data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Empty Presentation</dc:title>
  <dc:subject>PptxGenJS Presentation</dc:subject>
  <dc:creator>Ahmed</dc:creator>
  <cp:lastModifiedBy>Ahmed</cp:lastModifiedBy>
  <cp:revision>1</cp:revision>
  <dcterms:created xsi:type="dcterms:W3CDTF">2026-05-06T11:19:05Z</dcterms:created>
  <dcterms:modified xsi:type="dcterms:W3CDTF">2026-05-06T11:19:05Z</dcterms:modified>
</cp:coreProperties>
</file>