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486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7724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686800" y="1371600"/>
            <a:ext cx="1828800" cy="2286000"/>
          </a:xfrm>
          <a:prstGeom prst="line">
            <a:avLst/>
          </a:prstGeom>
          <a:noFill/>
          <a:ln w="6350">
            <a:solidFill>
              <a:srgbClr val="9E59C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731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T R 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5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Enablement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5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Flowcharts &amp; Pseudocode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A1 - Week 1  |  4 Hours  |  Theory + Drawing Practice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948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A1 - Week 1  |  Training Package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23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3504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58368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13232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8096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77824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32688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Flowcharts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743200" cy="4572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Representation of Algorithms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9E59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T R 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Flowchart?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visual/graphical representation of an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standard symbols connected by arrows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FLOW of logic from start to 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visualize the solution BEFORE writing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professional developers during the planning phase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spot logical errors in a diagram than in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Flowcharts are like GPS navigation: they show you the path before you start driving.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Flowchart Symbols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OVAL (rounded rectangle): Start / End of the program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RECTANGLE: Process / Action (calculations, assignments)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PARALLELOGRAM: Input / Output (read data, display results)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DIAMOND: Decision (Yes/No question, branches the flow)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ARROW: Shows direction of flow between symbols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CIRCLE: Connector (links parts of a large flowchart)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each symbol on the board LARGE. Make trainees copy. Quiz them: 'What shape is for decisions?'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Example: Even or Odd Number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(oval)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number N (parallelogram - input)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 % 2 == 0? (diamond - decision)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YES branch: PRINT 'N is Even' (parallelogram - output)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branch: PRINT 'N is Odd' (parallelogram - output)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(oval)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this step-by-step. Then erase it and ask a trainee to redraw from memory.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Example: Larger of Two Numbers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&gt; READ A and 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Is A &gt; B?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YES: PRINT 'A is larger'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NO: Decision: Is B &gt; A?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YES: PRINT 'B is larger'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NO: PRINT 'They are equal'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shows NESTED decisions. Emphasize that each diamond has exactly 2 exits: Yes and No.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with Loop: Sum of 1 to 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&gt; READ N &gt; SET sum=0, i=1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Is i &lt;= N?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YES: sum = sum + i, then i = i + 1, GO BACK to decision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NO: PRINT sum &gt; 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 going BACK creates a LOOP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repeats until i &gt; N, then exits the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seeing loops! Draw the arrow going BACK. Walk through with N=4: i=1,2,3,4 then stops.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23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3504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58368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13232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68096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77824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326880" y="2743200"/>
            <a:ext cx="2743200" cy="2286000"/>
          </a:xfrm>
          <a:prstGeom prst="line">
            <a:avLst/>
          </a:prstGeom>
          <a:noFill/>
          <a:ln w="3810">
            <a:solidFill>
              <a:srgbClr val="9E59C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Pseudocode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743200" cy="4572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Algorithms in Structured Language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9E59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T R 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Pseudocode?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written in structured English (not a real programming language)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strict syntax - focus on LOGIC, not grammar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between human thinking and actual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Keywords: IF, ELSE, WHILE, FOR, READ, PRINT,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 shows which code is inside a block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write than flowcharts for complex problems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Pseudocode Keywords 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3566160"/>
          </a:xfrm>
          <a:prstGeom prst="rect">
            <a:avLst/>
          </a:prstGeom>
          <a:solidFill>
            <a:srgbClr val="F9F5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/ Output /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 INPUT: get data from user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/ OUTPUT: display result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/ ASSIGN: give variable a 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READ student_name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total = 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PRINT 'Hello ' + 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840480" cy="3566160"/>
          </a:xfrm>
          <a:prstGeom prst="rect">
            <a:avLst/>
          </a:prstGeom>
          <a:solidFill>
            <a:srgbClr val="F9F5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condition THEN ... ELSE ... END IF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condition DO ... END WHILE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 TO n DO ... END FOR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age &gt;= 18 THEN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PRINT 'Adult'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END 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Pseudocode: Grading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student_score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student_score &gt;= 90 THEN PRINT 'Grade: A'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IF student_score &gt;= 80 THEN PRINT 'Grade: B'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IF student_score &gt;= 70 THEN PRINT 'Grade: C'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IF student_score &gt;= 60 THEN PRINT 'Grade: D'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PRINT 'Grade: F'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happens if score is 85? Trace through each condition until one is true.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34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34B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Pseudocode: Sum 1 to N (with Loop)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sum =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1 TO N 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SET sum = sum + 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FOR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'The sum is: ' + sum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Trace: if N=4, sum goes: 0+1=1, 1+2=3, 3+3=6, 6+4=10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9E59C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6908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23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Note: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trace through with real numbers. Show the variable values changing at each step.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09728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Flowcharts For: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if a number is positive, negative, or zero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Calculate the area of a rectangle (input: length, width)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 the LARGEST of three numbers A, B, 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Calculate factorial of N (e.g., 5! = 5x4x3x2x1 = 120)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30 minutes | Use proper flowchart symbols!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09728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Pseudocode For: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Convert Celsius to Fahrenheit (F = C * 9/5 + 32)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if a year is a leap year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Print all even numbers from 1 to 100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Count how many vowels (a,e,i,o,u) in a given 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30 minutes | Use proper keywords and indentation!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ETRA  |  A1 Week 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Next class before 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Draw flowchart for LOGIN SYSTEM (username + password, max 3 attempts)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Write pseudocode for CALCULATOR that keeps running until user types 'exit'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Both flowchart AND pseudocode for: 'Average of 5 grades + pass/fail (pass &gt;= 60)'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9E59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T R 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 Week 1 - Day 2</dc:title>
  <dc:subject>PptxGenJS Presentation</dc:subject>
  <dc:creator>ETRA</dc:creator>
  <cp:lastModifiedBy>ETRA</cp:lastModifiedBy>
  <cp:revision>1</cp:revision>
  <dcterms:created xsi:type="dcterms:W3CDTF">2026-03-26T06:58:39Z</dcterms:created>
  <dcterms:modified xsi:type="dcterms:W3CDTF">2026-03-26T06:58:39Z</dcterms:modified>
</cp:coreProperties>
</file>